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76200"/>
            <a:ext cx="75438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a “loaded” die that has a 10% chance of getting a 1-5 and a 50% chance of getting a 6.</a:t>
            </a:r>
          </a:p>
          <a:p>
            <a:endParaRPr lang="en-US" dirty="0"/>
          </a:p>
          <a:p>
            <a:r>
              <a:rPr lang="en-US" dirty="0"/>
              <a:t>(This is from the dishonest casino in the Durbin et al. book; this example is used to define algorithms for Hidden Markov Models in the first few chapters of that text book.  We will see a lot more of this die in future labs and lectures).</a:t>
            </a:r>
          </a:p>
          <a:p>
            <a:endParaRPr lang="en-US" dirty="0"/>
          </a:p>
          <a:p>
            <a:pPr marL="342900" indent="-342900">
              <a:buAutoNum type="arabicParenBoth"/>
            </a:pPr>
            <a:r>
              <a:rPr lang="en-US" dirty="0"/>
              <a:t>What is the mean and variance for the loaded dice?</a:t>
            </a:r>
          </a:p>
          <a:p>
            <a:pPr marL="342900" indent="-342900"/>
            <a:endParaRPr lang="en-US" dirty="0"/>
          </a:p>
          <a:p>
            <a:pPr marL="342900" indent="-342900">
              <a:buAutoNum type="arabicParenBoth" startAt="2"/>
            </a:pPr>
            <a:r>
              <a:rPr lang="en-US" dirty="0"/>
              <a:t>Make a function in R that “rolls” this dice; return a vector containing the rolls.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		So if I call:  </a:t>
            </a:r>
            <a:r>
              <a:rPr lang="en-US" dirty="0" err="1"/>
              <a:t>myRolls</a:t>
            </a:r>
            <a:r>
              <a:rPr lang="en-US" dirty="0"/>
              <a:t> &lt;- </a:t>
            </a:r>
            <a:r>
              <a:rPr lang="en-US" dirty="0" err="1"/>
              <a:t>rollLoadedDie</a:t>
            </a:r>
            <a:r>
              <a:rPr lang="en-US" dirty="0"/>
              <a:t>(10000)</a:t>
            </a:r>
          </a:p>
          <a:p>
            <a:pPr marL="342900" indent="-342900"/>
            <a:r>
              <a:rPr lang="en-US" dirty="0"/>
              <a:t>   </a:t>
            </a:r>
          </a:p>
          <a:p>
            <a:pPr marL="342900" indent="-342900"/>
            <a:r>
              <a:rPr lang="en-US" dirty="0"/>
              <a:t>     I would get a vector of size 10,000 that contains the rolls of my loaded die.</a:t>
            </a:r>
          </a:p>
          <a:p>
            <a:pPr marL="342900" indent="-342900"/>
            <a:endParaRPr lang="en-US" dirty="0"/>
          </a:p>
          <a:p>
            <a:pPr marL="342900" indent="-342900">
              <a:buAutoNum type="arabicParenBoth" startAt="3"/>
            </a:pPr>
            <a:r>
              <a:rPr lang="en-US" dirty="0"/>
              <a:t>Make a histogram of some large number of rolls.  Do the rolls of the loaded die approximate a uniform distribution?</a:t>
            </a:r>
          </a:p>
          <a:p>
            <a:pPr marL="342900" indent="-342900">
              <a:buAutoNum type="arabicParenBoth" startAt="3"/>
            </a:pPr>
            <a:endParaRPr lang="en-US" dirty="0"/>
          </a:p>
          <a:p>
            <a:pPr marL="342900" indent="-342900">
              <a:buAutoNum type="arabicParenBoth" startAt="3"/>
            </a:pPr>
            <a:r>
              <a:rPr lang="en-US" dirty="0"/>
              <a:t>Modify the code on Slide </a:t>
            </a:r>
            <a:r>
              <a:rPr lang="en-US"/>
              <a:t>#57 </a:t>
            </a:r>
            <a:r>
              <a:rPr lang="en-US" dirty="0"/>
              <a:t>of lecture #2 so that the means vs. trial size </a:t>
            </a:r>
          </a:p>
          <a:p>
            <a:pPr marL="342900" indent="-342900"/>
            <a:r>
              <a:rPr lang="en-US" dirty="0"/>
              <a:t>       plots are from the loaded die.  Generate these plots a few times.  How many rolls appear to be necessary to get convergence on the expected values for the mean and variance?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762000"/>
            <a:ext cx="8763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Send your code and the answers to questions either as attachments in canvas or </a:t>
            </a:r>
          </a:p>
          <a:p>
            <a:r>
              <a:rPr lang="en-US" dirty="0"/>
              <a:t>links to your git-hub repository.</a:t>
            </a:r>
          </a:p>
          <a:p>
            <a:endParaRPr lang="en-US" dirty="0"/>
          </a:p>
          <a:p>
            <a:r>
              <a:rPr lang="en-US" dirty="0"/>
              <a:t>If you want to share a git repository, please share with afodor and </a:t>
            </a:r>
            <a:r>
              <a:rPr lang="en-US" dirty="0" err="1"/>
              <a:t>fodorclasses</a:t>
            </a:r>
            <a:r>
              <a:rPr lang="en-US" dirty="0"/>
              <a:t> in git.</a:t>
            </a:r>
          </a:p>
          <a:p>
            <a:r>
              <a:rPr lang="en-US" dirty="0"/>
              <a:t>(Or, if you prefer, you can make your repository public).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267</Words>
  <Application>Microsoft Office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Anthony</dc:creator>
  <cp:lastModifiedBy>Anthony Fodor</cp:lastModifiedBy>
  <cp:revision>25</cp:revision>
  <dcterms:created xsi:type="dcterms:W3CDTF">2006-08-16T00:00:00Z</dcterms:created>
  <dcterms:modified xsi:type="dcterms:W3CDTF">2026-01-22T03:31:31Z</dcterms:modified>
</cp:coreProperties>
</file>