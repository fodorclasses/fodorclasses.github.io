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39AA-A3ED-7703-417B-2582CAAAB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1A89E-9012-FF01-A427-A10054849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7AF6A-9729-EAEF-42FB-7003A989D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DC345-125F-DF9A-C3D3-759734944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D217-2ED4-18AE-FA64-F6D2B062F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22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56D1-D1D3-6978-65E1-95A9B1C0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0113-D291-8C66-4071-BA1575DE2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5DF85-73AE-715A-8EA3-3A2CE895B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59C09-85DB-08D3-C0D3-F3B48CCD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B57AB-D5AE-31BE-1696-942D7AF2C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46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B75D-377E-162C-9EE0-FB85531D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8601F-D9AA-81D0-C42E-B9C456B88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B235B-2796-228D-E5C6-0A7A4C6A7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3FFD6-FFC7-4382-BECE-38B4142B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F9A3C-7827-76ED-45B4-E6447410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5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A2D9-667A-A87A-56E9-BBBE0E73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F0316-3526-E3BC-C526-85B80DF2B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8D547-068A-0EC1-DD32-6803A45CD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2A4EC-9F41-D35B-28AC-E5EC0B4B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080DD-E729-256D-F948-3C888880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DE462-234D-196E-3248-8616AB1A1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45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EBC8-2E62-F092-2680-A58A61795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09A2A-6DDA-1F3A-5697-479434467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C5FB0-1839-CCA2-A381-4AB2570B0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83287-8106-04BE-9034-7E24642217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85187-A22D-1990-9711-9F8579986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D7BC43-96CA-87FB-F44E-178E441A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79F34-ADD9-2FDF-E1E0-F17A4121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70303-B75E-00C8-4FCF-D9457F2AE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712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94B4-DE4B-43D6-020A-236667D36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1286E-81D8-3D01-5DF7-8F99BE4E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A2BC56-D813-EAC9-3F97-F2FC79F10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E8000-DC4F-6F1B-4BB0-B8A47366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9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5F8BE-3C95-B629-33DD-39C7B2414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3E69F-1793-3409-C4FF-BB3178B1E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69F48-06A2-6F25-4329-8255835F2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21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93D0-82C9-F991-E0D4-BA38B10F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7A514-5274-8A63-1E73-1DAED8D49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459CE-437D-78A3-18EE-D636C5144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BA61B-E098-66FB-E090-092FC30D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EDFC4-7861-CFD2-EBD6-36AC495D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BBCBB-FB76-3655-DFFF-DD2F1019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9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49D9-E460-E166-B688-5942341B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81C9FC-1C85-4F00-53EA-6AA8FE896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2DF76-5292-205F-C28C-461492C43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FFEB6-2711-E979-ECC6-CE1E88491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887A85-4053-4CD6-3AFE-6481B0507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4D53C-A28B-770C-63D9-BEE79381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2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414C7-9A8D-2AF0-8629-8BB3E962A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A49B6-2796-BD6B-FCE7-437338D15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D75AC-986B-3D3C-4305-DDBE0CB3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4BE94-C143-BD7F-72C3-79CB1094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EAD18-2723-9C56-E1BF-8A2F71D37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748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5FA8E-C885-C42F-8541-239410DF64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F25E6-621B-AD93-6437-A3F71C63B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83C3F-A83A-4FBE-5F3F-B426834FC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EA739-2312-9C25-7E42-FE4E68789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ABC2-9EF9-E62B-FA80-167F5298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58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F2894-B7F2-44D1-5C29-86E57234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1D24E0-7D38-A213-50AB-DB0294836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A8FF-EA66-2759-CA45-F4A65B89B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AA758-6F1C-41CB-BD11-AEC674094CA0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0A5AC-1062-26F6-ACA1-D154BA63A4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6A617-3349-0563-8973-076233D1E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B190E-58AA-4EFE-BBC8-0606394B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1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0B93B6-99AE-A2FD-554A-E0F3D54B5437}"/>
              </a:ext>
            </a:extLst>
          </p:cNvPr>
          <p:cNvSpPr txBox="1"/>
          <p:nvPr/>
        </p:nvSpPr>
        <p:spPr>
          <a:xfrm>
            <a:off x="411480" y="9144"/>
            <a:ext cx="5823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start with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simplest possible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classification task.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define 4 taxa that are dominated by A, C, G, or T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FDAEAC-7E2B-CF31-5160-DF7EC23B6C95}"/>
              </a:ext>
            </a:extLst>
          </p:cNvPr>
          <p:cNvSpPr txBox="1"/>
          <p:nvPr/>
        </p:nvSpPr>
        <p:spPr>
          <a:xfrm>
            <a:off x="0" y="6525691"/>
            <a:ext cx="12298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https://github.com/afodor/LearningExamples/blob/main/src/simpleTaxonomicClassifier/RandomTaxa.java</a:t>
            </a:r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52EC0B83-556B-B87A-7CB2-5AF0CF365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36" y="1090601"/>
            <a:ext cx="4887007" cy="847843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C8CAB1-4ECD-2324-6218-BEED3A8EF5B2}"/>
              </a:ext>
            </a:extLst>
          </p:cNvPr>
          <p:cNvCxnSpPr/>
          <p:nvPr/>
        </p:nvCxnSpPr>
        <p:spPr>
          <a:xfrm flipH="1">
            <a:off x="4818888" y="1353312"/>
            <a:ext cx="978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655D76A-C7F6-06CF-D5C7-0040CC3E8719}"/>
              </a:ext>
            </a:extLst>
          </p:cNvPr>
          <p:cNvSpPr txBox="1"/>
          <p:nvPr/>
        </p:nvSpPr>
        <p:spPr>
          <a:xfrm>
            <a:off x="5806440" y="1170432"/>
            <a:ext cx="304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length of </a:t>
            </a:r>
            <a:r>
              <a:rPr lang="en-US" b="1" dirty="0"/>
              <a:t>each </a:t>
            </a:r>
            <a:r>
              <a:rPr lang="en-US" dirty="0"/>
              <a:t>sequence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4AADE8-C525-777A-436B-6E25B01E737C}"/>
              </a:ext>
            </a:extLst>
          </p:cNvPr>
          <p:cNvCxnSpPr/>
          <p:nvPr/>
        </p:nvCxnSpPr>
        <p:spPr>
          <a:xfrm flipH="1">
            <a:off x="4824984" y="1734312"/>
            <a:ext cx="978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F9BD9C-A47A-9A14-7C7A-41A1A52ABD37}"/>
              </a:ext>
            </a:extLst>
          </p:cNvPr>
          <p:cNvSpPr txBox="1"/>
          <p:nvPr/>
        </p:nvSpPr>
        <p:spPr>
          <a:xfrm>
            <a:off x="5888736" y="1560576"/>
            <a:ext cx="387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number of sequences in each 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B86CF1-B978-90BE-81B7-24536A970E1D}"/>
              </a:ext>
            </a:extLst>
          </p:cNvPr>
          <p:cNvSpPr txBox="1"/>
          <p:nvPr/>
        </p:nvSpPr>
        <p:spPr>
          <a:xfrm>
            <a:off x="452096" y="2157984"/>
            <a:ext cx="108343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Rather than have a </a:t>
            </a:r>
            <a:r>
              <a:rPr lang="en-US" b="1" dirty="0"/>
              <a:t>single </a:t>
            </a:r>
            <a:r>
              <a:rPr lang="en-US" dirty="0"/>
              <a:t>sequence dataset, we will generate new sequences each time we train the model.</a:t>
            </a:r>
          </a:p>
          <a:p>
            <a:r>
              <a:rPr lang="en-US" dirty="0"/>
              <a:t>(This is more realistic than it might seem as we often have an avalanche of sequence data to train from).</a:t>
            </a:r>
          </a:p>
          <a:p>
            <a:r>
              <a:rPr lang="en-US" dirty="0"/>
              <a:t>This will help us avoid over-fitting (but is an unusual approach in machine learning).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417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program code">
            <a:extLst>
              <a:ext uri="{FF2B5EF4-FFF2-40B4-BE49-F238E27FC236}">
                <a16:creationId xmlns:a16="http://schemas.microsoft.com/office/drawing/2014/main" id="{7CA08C1D-1ADA-255C-923F-F9D1B9B2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08" y="298411"/>
            <a:ext cx="8392696" cy="36200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BE4BDA-69E5-01E3-2B5B-E1311BCA2EC2}"/>
              </a:ext>
            </a:extLst>
          </p:cNvPr>
          <p:cNvSpPr txBox="1"/>
          <p:nvPr/>
        </p:nvSpPr>
        <p:spPr>
          <a:xfrm>
            <a:off x="0" y="6525691"/>
            <a:ext cx="12298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https://github.com/afodor/LearningExamples/blob/main/src/simpleTaxonomicClassifier/RandomTaxa.java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AAEA14-770B-78D5-CD7E-25ECAB1E2E10}"/>
              </a:ext>
            </a:extLst>
          </p:cNvPr>
          <p:cNvCxnSpPr/>
          <p:nvPr/>
        </p:nvCxnSpPr>
        <p:spPr>
          <a:xfrm flipH="1" flipV="1">
            <a:off x="5861304" y="1508760"/>
            <a:ext cx="292608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E390DAB-3A97-CD2B-D04B-F442894041A3}"/>
              </a:ext>
            </a:extLst>
          </p:cNvPr>
          <p:cNvSpPr txBox="1"/>
          <p:nvPr/>
        </p:nvSpPr>
        <p:spPr>
          <a:xfrm>
            <a:off x="7379208" y="877824"/>
            <a:ext cx="3487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code A==0, C==1, G==2, T==3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7C162-300D-5CE9-00E1-4E353A7E73B2}"/>
              </a:ext>
            </a:extLst>
          </p:cNvPr>
          <p:cNvSpPr txBox="1"/>
          <p:nvPr/>
        </p:nvSpPr>
        <p:spPr>
          <a:xfrm>
            <a:off x="6099048" y="1847088"/>
            <a:ext cx="50612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have a </a:t>
            </a:r>
            <a:r>
              <a:rPr lang="en-US" dirty="0" err="1"/>
              <a:t>fractionDominant</a:t>
            </a:r>
            <a:r>
              <a:rPr lang="en-US" dirty="0"/>
              <a:t> chance of returning </a:t>
            </a:r>
          </a:p>
          <a:p>
            <a:r>
              <a:rPr lang="en-US" dirty="0"/>
              <a:t>the dominant nucleotide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7B9F8-F80C-1275-A025-BBD79BD24A2C}"/>
              </a:ext>
            </a:extLst>
          </p:cNvPr>
          <p:cNvSpPr txBox="1"/>
          <p:nvPr/>
        </p:nvSpPr>
        <p:spPr>
          <a:xfrm>
            <a:off x="5074920" y="3054096"/>
            <a:ext cx="41310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Otherwise, you have an equal chance of</a:t>
            </a:r>
          </a:p>
          <a:p>
            <a:r>
              <a:rPr lang="en-US" dirty="0"/>
              <a:t>returning the other 3 nucleotides 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DBB4F1-1D12-1C78-E236-EB4C0E620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7" y="3987232"/>
            <a:ext cx="5620534" cy="201005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4E6421-CD3E-473D-C9C1-E9F6E78A5224}"/>
              </a:ext>
            </a:extLst>
          </p:cNvPr>
          <p:cNvCxnSpPr/>
          <p:nvPr/>
        </p:nvCxnSpPr>
        <p:spPr>
          <a:xfrm flipH="1">
            <a:off x="6665976" y="4306824"/>
            <a:ext cx="8503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27DAB6A-3C35-2C4C-36E1-8D7C6DAF956E}"/>
              </a:ext>
            </a:extLst>
          </p:cNvPr>
          <p:cNvSpPr txBox="1"/>
          <p:nvPr/>
        </p:nvSpPr>
        <p:spPr>
          <a:xfrm>
            <a:off x="6638544" y="4306824"/>
            <a:ext cx="6117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end up with an easily parsed3 column file.</a:t>
            </a:r>
          </a:p>
          <a:p>
            <a:r>
              <a:rPr lang="en-US" dirty="0"/>
              <a:t>The </a:t>
            </a:r>
            <a:r>
              <a:rPr lang="en-US" dirty="0" err="1"/>
              <a:t>TaxaID</a:t>
            </a:r>
            <a:r>
              <a:rPr lang="en-US" dirty="0"/>
              <a:t> is the first column;</a:t>
            </a:r>
          </a:p>
          <a:p>
            <a:r>
              <a:rPr lang="en-US" dirty="0"/>
              <a:t>The sequence is the third column</a:t>
            </a:r>
          </a:p>
        </p:txBody>
      </p:sp>
    </p:spTree>
    <p:extLst>
      <p:ext uri="{BB962C8B-B14F-4D97-AF65-F5344CB8AC3E}">
        <p14:creationId xmlns:p14="http://schemas.microsoft.com/office/powerpoint/2010/main" val="258463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92FB6E-9E07-1015-7EED-BBFEC550364A}"/>
              </a:ext>
            </a:extLst>
          </p:cNvPr>
          <p:cNvSpPr txBox="1"/>
          <p:nvPr/>
        </p:nvSpPr>
        <p:spPr>
          <a:xfrm>
            <a:off x="850392" y="228600"/>
            <a:ext cx="8015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will start by training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extremely simple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ANN to classify our sequences</a:t>
            </a:r>
          </a:p>
        </p:txBody>
      </p:sp>
    </p:spTree>
    <p:extLst>
      <p:ext uri="{BB962C8B-B14F-4D97-AF65-F5344CB8AC3E}">
        <p14:creationId xmlns:p14="http://schemas.microsoft.com/office/powerpoint/2010/main" val="3240776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213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Fodor</dc:creator>
  <cp:lastModifiedBy>Anthony Fodor</cp:lastModifiedBy>
  <cp:revision>22</cp:revision>
  <dcterms:created xsi:type="dcterms:W3CDTF">2025-12-08T17:13:08Z</dcterms:created>
  <dcterms:modified xsi:type="dcterms:W3CDTF">2025-12-08T19:53:17Z</dcterms:modified>
</cp:coreProperties>
</file>